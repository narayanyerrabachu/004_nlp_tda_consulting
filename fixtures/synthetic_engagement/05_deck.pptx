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Nordwind — Discovery readout (SYNTHETIC)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Risk: Fehlende End-to-End-Prozessverantwortung erhöht Eskalationsaufwand bei Peak-Saison.</a:t>
            </a:r>
          </a:p>
          <a:p>
            <a:r>
              <a:t>Finding: Fragmented planning tools across hubs.</a:t>
            </a:r>
          </a:p>
          <a:p>
            <a:r>
              <a:t>Next: TOM workshops + master-data ownership RACI.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Liefergegenstände /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Target Operating Model blueprint</a:t>
            </a:r>
          </a:p>
          <a:p>
            <a:r>
              <a:t>2) Roadmap Implementierung (90 Tage)</a:t>
            </a:r>
          </a:p>
          <a:p>
            <a:r>
              <a:t>3) Stakeholder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